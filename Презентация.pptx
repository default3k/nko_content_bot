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Создание чат-бота в </a:t>
            </a:r>
            <a:r>
              <a:rPr lang="en-US" dirty="0" smtClean="0"/>
              <a:t>telegram</a:t>
            </a:r>
            <a:br>
              <a:rPr lang="en-US" dirty="0" smtClean="0"/>
            </a:br>
            <a:r>
              <a:rPr lang="ru-RU" dirty="0" smtClean="0"/>
              <a:t>генератор контента для НКО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Команда </a:t>
            </a:r>
            <a:r>
              <a:rPr lang="en-US" dirty="0"/>
              <a:t>'-|37bl|&gt;3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5612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это</a:t>
            </a:r>
            <a:r>
              <a:rPr lang="en-US" dirty="0" smtClean="0"/>
              <a:t>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 smtClean="0"/>
              <a:t>Телеграм</a:t>
            </a:r>
            <a:r>
              <a:rPr lang="ru-RU" dirty="0" smtClean="0"/>
              <a:t>-бот </a:t>
            </a:r>
            <a:r>
              <a:rPr lang="ru-RU" dirty="0" err="1" smtClean="0"/>
              <a:t>дл</a:t>
            </a:r>
            <a:r>
              <a:rPr lang="ru-RU" dirty="0" smtClean="0"/>
              <a:t> НКО: генерирует посты, картинки, контент-планы.</a:t>
            </a:r>
          </a:p>
          <a:p>
            <a:r>
              <a:rPr lang="ru-RU" dirty="0" smtClean="0"/>
              <a:t>Готов за 2 минуты</a:t>
            </a:r>
          </a:p>
          <a:p>
            <a:r>
              <a:rPr lang="ru-RU" dirty="0" smtClean="0"/>
              <a:t>Возможно интегрирование в чаты или группы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5413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Основные функции и архитектура бота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Генерация текстов</a:t>
            </a:r>
          </a:p>
          <a:p>
            <a:r>
              <a:rPr lang="ru-RU" dirty="0" smtClean="0"/>
              <a:t>Генерация изображений по описанию</a:t>
            </a:r>
          </a:p>
          <a:p>
            <a:r>
              <a:rPr lang="ru-RU" dirty="0" smtClean="0"/>
              <a:t>Редактор теста с рекомендациями</a:t>
            </a:r>
          </a:p>
          <a:p>
            <a:r>
              <a:rPr lang="ru-RU" dirty="0" smtClean="0"/>
              <a:t>Автоматический контент-план</a:t>
            </a:r>
          </a:p>
          <a:p>
            <a:r>
              <a:rPr lang="ru-RU" dirty="0" smtClean="0"/>
              <a:t>Профиль НКО: запоминает название, стиль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0320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UX/UI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Интуитивное главное меню с иконками и постоянными названиями </a:t>
            </a:r>
          </a:p>
          <a:p>
            <a:r>
              <a:rPr lang="ru-RU" dirty="0" smtClean="0"/>
              <a:t>Пошаговая инструкция</a:t>
            </a:r>
          </a:p>
          <a:p>
            <a:r>
              <a:rPr lang="ru-RU" dirty="0" smtClean="0"/>
              <a:t>Кнопки вместо ввода</a:t>
            </a:r>
          </a:p>
          <a:p>
            <a:r>
              <a:rPr lang="ru-RU" dirty="0" smtClean="0"/>
              <a:t>Гибкость: можно пропустить настройку НКО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6375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Визуальная логика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Все действия – через кнопки</a:t>
            </a:r>
          </a:p>
          <a:p>
            <a:r>
              <a:rPr lang="ru-RU" dirty="0" smtClean="0"/>
              <a:t>После каждого действия – возврат в главное меню.</a:t>
            </a:r>
          </a:p>
          <a:p>
            <a:r>
              <a:rPr lang="ru-RU" dirty="0" smtClean="0"/>
              <a:t>Четкая структура </a:t>
            </a:r>
            <a:r>
              <a:rPr lang="en-US" dirty="0" smtClean="0"/>
              <a:t>FSM</a:t>
            </a:r>
            <a:r>
              <a:rPr lang="ru-RU" dirty="0" smtClean="0"/>
              <a:t>: одно действие – один шаг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5249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Технология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NKO Content </a:t>
            </a:r>
            <a:r>
              <a:rPr lang="en-US" dirty="0" smtClean="0"/>
              <a:t>Bot</a:t>
            </a:r>
            <a:endParaRPr lang="ru-RU" dirty="0" smtClean="0"/>
          </a:p>
          <a:p>
            <a:r>
              <a:rPr lang="en-US" dirty="0" err="1" smtClean="0"/>
              <a:t>GigaChat</a:t>
            </a:r>
            <a:endParaRPr lang="en-US" dirty="0" smtClean="0"/>
          </a:p>
          <a:p>
            <a:r>
              <a:rPr lang="en-US" dirty="0" err="1" smtClean="0"/>
              <a:t>FusionBrain</a:t>
            </a:r>
            <a:endParaRPr lang="en-US" dirty="0" smtClean="0"/>
          </a:p>
          <a:p>
            <a:r>
              <a:rPr lang="ru-RU" dirty="0" smtClean="0"/>
              <a:t>Хостинг бесплатно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169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Дополнительные функции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Адаптивный стиль общения</a:t>
            </a:r>
          </a:p>
          <a:p>
            <a:r>
              <a:rPr lang="ru-RU" dirty="0" smtClean="0"/>
              <a:t>Структурированный ввод для мероприятий </a:t>
            </a:r>
          </a:p>
          <a:p>
            <a:r>
              <a:rPr lang="ru-RU" dirty="0" err="1" smtClean="0"/>
              <a:t>Готоввый</a:t>
            </a:r>
            <a:r>
              <a:rPr lang="ru-RU" dirty="0" smtClean="0"/>
              <a:t> контент-план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3159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План развития: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Полная интеграция генерации изображений</a:t>
            </a:r>
          </a:p>
          <a:p>
            <a:r>
              <a:rPr lang="ru-RU" dirty="0" smtClean="0"/>
              <a:t>Сохранение данных в базе данных</a:t>
            </a:r>
          </a:p>
          <a:p>
            <a:r>
              <a:rPr lang="ru-RU" dirty="0" smtClean="0"/>
              <a:t>Поддержка истории запросов и повторного использования контента</a:t>
            </a:r>
          </a:p>
          <a:p>
            <a:r>
              <a:rPr lang="ru-RU" dirty="0" smtClean="0"/>
              <a:t>Экспорт контент-плана в </a:t>
            </a:r>
            <a:r>
              <a:rPr lang="en-US" dirty="0" smtClean="0"/>
              <a:t>PDF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1467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Доработаем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Подключим реальный </a:t>
            </a:r>
            <a:r>
              <a:rPr lang="en-US" dirty="0" err="1" smtClean="0"/>
              <a:t>fusionBrain</a:t>
            </a:r>
            <a:r>
              <a:rPr lang="en-US" dirty="0" smtClean="0"/>
              <a:t> API</a:t>
            </a:r>
          </a:p>
          <a:p>
            <a:r>
              <a:rPr lang="ru-RU" dirty="0" smtClean="0"/>
              <a:t>Добавим </a:t>
            </a:r>
            <a:r>
              <a:rPr lang="en-US" dirty="0" err="1" smtClean="0"/>
              <a:t>Docker+PostgreSQL</a:t>
            </a:r>
            <a:endParaRPr lang="en-US" dirty="0" smtClean="0"/>
          </a:p>
          <a:p>
            <a:r>
              <a:rPr lang="ru-RU" dirty="0" smtClean="0"/>
              <a:t>Реализуем </a:t>
            </a:r>
            <a:r>
              <a:rPr lang="ru-RU" dirty="0" err="1" smtClean="0"/>
              <a:t>админку</a:t>
            </a:r>
            <a:r>
              <a:rPr lang="ru-RU" dirty="0" smtClean="0"/>
              <a:t> для НКО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7205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924944"/>
            <a:ext cx="8229600" cy="1143000"/>
          </a:xfrm>
        </p:spPr>
        <p:txBody>
          <a:bodyPr/>
          <a:lstStyle/>
          <a:p>
            <a:r>
              <a:rPr lang="ru-RU" dirty="0" smtClean="0"/>
              <a:t>Спасибо за внимание!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3491880" y="3933056"/>
            <a:ext cx="2073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</a:t>
            </a:r>
            <a:r>
              <a:rPr lang="en-US" dirty="0" err="1"/>
              <a:t>NTO_content_bot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0911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161</Words>
  <Application>Microsoft Office PowerPoint</Application>
  <PresentationFormat>Экран (4:3)</PresentationFormat>
  <Paragraphs>41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Создание чат-бота в telegram генератор контента для НКО</vt:lpstr>
      <vt:lpstr>Что это?</vt:lpstr>
      <vt:lpstr>Основные функции и архитектура бота</vt:lpstr>
      <vt:lpstr>UX/UI</vt:lpstr>
      <vt:lpstr>Визуальная логика</vt:lpstr>
      <vt:lpstr>Технология</vt:lpstr>
      <vt:lpstr>Дополнительные функции</vt:lpstr>
      <vt:lpstr>План развития:</vt:lpstr>
      <vt:lpstr>Доработаем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Создание чат-бота в telegram генератор контента для НКО</dc:title>
  <dc:creator>user</dc:creator>
  <cp:lastModifiedBy>user</cp:lastModifiedBy>
  <cp:revision>5</cp:revision>
  <dcterms:created xsi:type="dcterms:W3CDTF">2025-11-16T15:30:20Z</dcterms:created>
  <dcterms:modified xsi:type="dcterms:W3CDTF">2025-11-16T17:49:49Z</dcterms:modified>
</cp:coreProperties>
</file>